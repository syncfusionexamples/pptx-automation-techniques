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 standalone="yes"?>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</p:sldIdLst>
  <p:sldSz cx="12192000" cy="6858000" type="custom"/>
  <p:notesSz cx="6858000" cy="9144000"/>
  <p:defaultTextStyle>
    <a:defPPr defTabSz="914400">
      <a:defRPr lang="en-US" dirty="0"/>
    </a:defPPr>
    <a:lvl1pPr marL="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1pPr>
    <a:lvl2pPr marL="457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2pPr>
    <a:lvl3pPr marL="914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3pPr>
    <a:lvl4pPr marL="1371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4pPr>
    <a:lvl5pPr marL="18288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5pPr>
    <a:lvl6pPr marL="22860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6pPr>
    <a:lvl7pPr marL="27432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7pPr>
    <a:lvl8pPr marL="32004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8pPr>
    <a:lvl9pPr marL="3657600" rtl="0" algn="l" defTabSz="914400">
      <a:defRPr sz="1800" kern="1200" dirty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ln>
            <a:headEnd type="none"/>
            <a:tailEnd type="none"/>
          </a:ln>
        </p:spPr>
        <p:txBody>
          <a:bodyPr anchor="b" wrap="square"/>
          <a:lstStyle>
            <a:lvl1pPr algn="ctr"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2400" dirty="0"/>
            </a:lvl1pPr>
            <a:lvl2pPr marL="457200" indent="0" algn="ctr">
              <a:buNone/>
              <a:defRPr sz="2000" dirty="0"/>
            </a:lvl2pPr>
            <a:lvl3pPr marL="914400" indent="0" algn="ctr">
              <a:buNone/>
              <a:defRPr sz="1800" dirty="0"/>
            </a:lvl3pPr>
            <a:lvl4pPr marL="1371600" indent="0" algn="ctr">
              <a:buNone/>
              <a:defRPr sz="1600" dirty="0"/>
            </a:lvl4pPr>
            <a:lvl5pPr marL="1828800" indent="0" algn="ctr">
              <a:buNone/>
              <a:defRPr sz="1600" dirty="0"/>
            </a:lvl5pPr>
            <a:lvl6pPr marL="2286000" indent="0" algn="ctr">
              <a:buNone/>
              <a:defRPr sz="1600" dirty="0"/>
            </a:lvl6pPr>
            <a:lvl7pPr marL="2743200" indent="0" algn="ctr">
              <a:buNone/>
              <a:defRPr sz="1600" dirty="0"/>
            </a:lvl7pPr>
            <a:lvl8pPr marL="3200400" indent="0" algn="ctr">
              <a:buNone/>
              <a:defRPr sz="1600" dirty="0"/>
            </a:lvl8pPr>
            <a:lvl9pPr marL="3657600" indent="0" algn="ctr">
              <a:buNone/>
              <a:defRPr sz="1600" dirty="0"/>
            </a:lvl9pPr>
          </a:lstStyle>
          <a:p>
            <a:pPr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60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4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ln>
            <a:headEnd type="none"/>
            <a:tailEnd type="none"/>
          </a:ln>
        </p:spPr>
        <p:txBody>
          <a:bodyPr anchor="b" wrap="square"/>
          <a:lstStyle>
            <a:lvl1pPr marL="0" indent="0">
              <a:buNone/>
              <a:defRPr sz="2400" b="1" dirty="0"/>
            </a:lvl1pPr>
            <a:lvl2pPr marL="457200" indent="0">
              <a:buNone/>
              <a:defRPr sz="2000" b="1" dirty="0"/>
            </a:lvl2pPr>
            <a:lvl3pPr marL="914400" indent="0">
              <a:buNone/>
              <a:defRPr sz="1800" b="1" dirty="0"/>
            </a:lvl3pPr>
            <a:lvl4pPr marL="1371600" indent="0">
              <a:buNone/>
              <a:defRPr sz="1600" b="1" dirty="0"/>
            </a:lvl4pPr>
            <a:lvl5pPr marL="1828800" indent="0">
              <a:buNone/>
              <a:defRPr sz="1600" b="1" dirty="0"/>
            </a:lvl5pPr>
            <a:lvl6pPr marL="2286000" indent="0">
              <a:buNone/>
              <a:defRPr sz="1600" b="1" dirty="0"/>
            </a:lvl6pPr>
            <a:lvl7pPr marL="2743200" indent="0">
              <a:buNone/>
              <a:defRPr sz="1600" b="1" dirty="0"/>
            </a:lvl7pPr>
            <a:lvl8pPr marL="3200400" indent="0">
              <a:buNone/>
              <a:defRPr sz="1600" b="1" dirty="0"/>
            </a:lvl8pPr>
            <a:lvl9pPr marL="3657600" indent="0">
              <a:buNone/>
              <a:defRPr sz="1600" b="1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3200" dirty="0"/>
            </a:lvl1pPr>
            <a:lvl2pPr>
              <a:defRPr sz="2800" dirty="0"/>
            </a:lvl2pPr>
            <a:lvl3pPr>
              <a:defRPr sz="2400" dirty="0"/>
            </a:lvl3pPr>
            <a:lvl4pPr>
              <a:defRPr sz="2000" dirty="0"/>
            </a:lvl4pPr>
            <a:lvl5pPr>
              <a:defRPr sz="2000" dirty="0"/>
            </a:lvl5pPr>
            <a:lvl6pPr>
              <a:defRPr sz="2000" dirty="0"/>
            </a:lvl6pPr>
            <a:lvl7pPr>
              <a:defRPr sz="2000" dirty="0"/>
            </a:lvl7pPr>
            <a:lvl8pPr>
              <a:defRPr sz="2000" dirty="0"/>
            </a:lvl8pPr>
            <a:lvl9pPr>
              <a:defRPr sz="2000" dirty="0"/>
            </a:lvl9pPr>
          </a:lstStyle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ln>
            <a:headEnd type="none"/>
            <a:tailEnd type="none"/>
          </a:ln>
        </p:spPr>
        <p:txBody>
          <a:bodyPr anchor="b" wrap="square"/>
          <a:lstStyle>
            <a:lvl1pPr>
              <a:defRPr sz="3200" dirty="0"/>
            </a:lvl1pPr>
          </a:lstStyle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3200" dirty="0"/>
            </a:lvl1pPr>
            <a:lvl2pPr marL="457200" indent="0">
              <a:buNone/>
              <a:defRPr sz="2800" dirty="0"/>
            </a:lvl2pPr>
            <a:lvl3pPr marL="914400" indent="0">
              <a:buNone/>
              <a:defRPr sz="2400" dirty="0"/>
            </a:lvl3pPr>
            <a:lvl4pPr marL="1371600" indent="0">
              <a:buNone/>
              <a:defRPr sz="2000" dirty="0"/>
            </a:lvl4pPr>
            <a:lvl5pPr marL="1828800" indent="0">
              <a:buNone/>
              <a:defRPr sz="2000" dirty="0"/>
            </a:lvl5pPr>
            <a:lvl6pPr marL="2286000" indent="0">
              <a:buNone/>
              <a:defRPr sz="2000" dirty="0"/>
            </a:lvl6pPr>
            <a:lvl7pPr marL="2743200" indent="0">
              <a:buNone/>
              <a:defRPr sz="2000" dirty="0"/>
            </a:lvl7pPr>
            <a:lvl8pPr marL="3200400" indent="0">
              <a:buNone/>
              <a:defRPr sz="2000" dirty="0"/>
            </a:lvl8pPr>
            <a:lvl9pPr marL="3657600" indent="0">
              <a:buNone/>
              <a:defRPr sz="2000" dirty="0"/>
            </a:lvl9pPr>
          </a:lstStyle>
          <a:p>
            <a:pPr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00" dirty="0"/>
            </a:lvl1pPr>
            <a:lvl2pPr marL="457200" indent="0">
              <a:buNone/>
              <a:defRPr sz="1400" dirty="0"/>
            </a:lvl2pPr>
            <a:lvl3pPr marL="914400" indent="0">
              <a:buNone/>
              <a:defRPr sz="1200" dirty="0"/>
            </a:lvl3pPr>
            <a:lvl4pPr marL="1371600" indent="0">
              <a:buNone/>
              <a:defRPr sz="1000" dirty="0"/>
            </a:lvl4pPr>
            <a:lvl5pPr marL="1828800" indent="0">
              <a:buNone/>
              <a:defRPr sz="1000" dirty="0"/>
            </a:lvl5pPr>
            <a:lvl6pPr marL="2286000" indent="0">
              <a:buNone/>
              <a:defRPr sz="1000" dirty="0"/>
            </a:lvl6pPr>
            <a:lvl7pPr marL="2743200" indent="0">
              <a:buNone/>
              <a:defRPr sz="1000" dirty="0"/>
            </a:lvl7pPr>
            <a:lvl8pPr marL="3200400" indent="0">
              <a:buNone/>
              <a:defRPr sz="1000" dirty="0"/>
            </a:lvl8pPr>
            <a:lvl9pPr marL="3657600" indent="0">
              <a:buNone/>
              <a:defRPr sz="1000" dirty="0"/>
            </a:lvl9pPr>
          </a:lstStyle>
          <a:p>
            <a:pPr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ln>
            <a:headEnd type="none"/>
            <a:tailEnd type="none"/>
          </a:ln>
        </p:spPr>
        <p:txBody>
          <a:bodyPr vert="eaVert" wrap="square"/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CustomLayout">
    <p:bg>
      <p:bgPr>
        <a:solidFill>
          <a:srgbClr val="FCF4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headEnd type="none"/>
            <a:tailEnd type="none"/>
          </a:ln>
        </p:spPr>
        <p:txBody>
          <a:bodyPr wrap="square"/>
          <a:lstStyle/>
          <a:p>
            <a:pPr/>
            <a:endParaRPr dirty="0"/>
          </a:p>
        </p:txBody>
      </p:sp>
      <p:sp>
        <p:nvSpPr>
          <p:cNvPr id="3" name="Rectangle3"/>
          <p:cNvSpPr>
            <a:spLocks/>
          </p:cNvSpPr>
          <p:nvPr/>
        </p:nvSpPr>
        <p:spPr>
          <a:xfrm>
            <a:off x="609600" y="1524000"/>
            <a:ext cx="10972800" cy="76200"/>
          </a:xfrm>
          <a:prstGeom prst="rect">
            <a:avLst/>
          </a:prstGeom>
          <a:solidFill>
            <a:srgbClr val="D76443">
              <a:alpha val="100000"/>
            </a:srgbClr>
          </a:solidFill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defTabSz="914400"/>
            <a:endParaRPr dirty="0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/ppt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>
            <a:normAutofit/>
          </a:bodyPr>
          <a:lstStyle/>
          <a:p>
            <a:pPr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wrap="square">
            <a:normAutofit/>
          </a:bodyPr>
          <a:lstStyle/>
          <a:p>
            <a:pPr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l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4630D1D-EC81-4D12-BBAE-7AD5C46FE905}" type="datetimeFigureOut">
              <a:rPr lang="en-US" dirty="0"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ct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ln>
            <a:headEnd type="none"/>
            <a:tailEnd type="none"/>
          </a:ln>
        </p:spPr>
        <p:txBody>
          <a:bodyPr lIns="91440" tIns="45720" rIns="91440" bIns="45720" anchor="ctr" wrap="square"/>
          <a:lstStyle>
            <a:lvl1pPr algn="r">
              <a:defRPr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rtl="0" algn="l" defTabSz="914400">
        <a:lnSpc>
          <a:spcPct val="90000"/>
        </a:lnSpc>
        <a:spcBef>
          <a:spcPct val="0"/>
        </a:spcBef>
        <a:buNone/>
        <a:defRPr sz="44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rtl="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rtl="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defTabSz="914400">
        <a:defRPr lang="en-US" dirty="0"/>
      </a:defPPr>
      <a:lvl1pPr marL="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2860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27432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32004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3657600" rtl="0" algn="l" defTabSz="914400">
        <a:defRPr sz="1800" kern="1200" dirty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Characters>0</Characters>
  <Lines>0</Lines>
  <MMClips>0</MMClips>
  <Notes>0</Notes>
  <Pages>0</Pages>
  <Paragraphs>0</Paragraphs>
  <PresentationFormat>Widescreen</PresentationFormat>
  <HiddenSlides>0</HiddenSlides>
  <LinksUpToDate>false</LinksUpToDate>
  <ScaleCrop>false</ScaleCrop>
  <Slides>1</Slides>
  <TotalTime>0</TotalTime>
  <Words>0</Words>
  <AppVersion>16.0000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lastModifiedBy>Arun Kumar Chandrakesan</cp:lastModifiedBy>
  <dcterms:modified xsi:type="dcterms:W3CDTF">2026-03-13T06:49:55Z</dcterms:modified>
  <cp:revision>1</cp:revision>
</cp:coreProperties>
</file>