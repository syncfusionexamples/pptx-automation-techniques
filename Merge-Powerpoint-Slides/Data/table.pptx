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</p:sldIdLst>
  <p:sldSz cx="12192000" cy="6858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CustomLayout">
    <p:bg>
      <p:bgPr>
        <a:solidFill>
          <a:srgbClr val="FCF4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dirty="0"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609600" y="1524000"/>
            <a:ext cx="10972800" cy="76200"/>
          </a:xfrm>
          <a:prstGeom prst="rect">
            <a:avLst/>
          </a:prstGeom>
          <a:solidFill>
            <a:srgbClr val="D76443">
              <a:alpha val="100000"/>
            </a:srgbClr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defTabSz="914400"/>
            <a:endParaRPr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/ppt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3"/>
          <p:cNvSpPr txBox="1">
            <a:spLocks noChangeArrowheads="1"/>
          </p:cNvSpPr>
          <p:nvPr/>
        </p:nvSpPr>
        <p:spPr>
          <a:xfrm rot="0">
            <a:off x="1905000" y="317500"/>
            <a:ext cx="8636000" cy="508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ctr" defTabSz="914400"/>
            <a:r>
              <a:rPr sz="3600" b="1" dirty="0">
                <a:solidFill>
                  <a:srgbClr val="154273">
                    <a:alpha val="100000"/>
                  </a:srgbClr>
                </a:solidFill>
              </a:rPr>
              <a:t>Financial Year Budget &amp; Expense Report — FY 2024–2025</a:t>
            </a:r>
          </a:p>
        </p:txBody>
      </p:sp>
      <p:sp>
        <p:nvSpPr>
          <p:cNvPr id="4" name="Rectangle4"/>
          <p:cNvSpPr>
            <a:spLocks/>
          </p:cNvSpPr>
          <p:nvPr/>
        </p:nvSpPr>
        <p:spPr>
          <a:xfrm rot="0">
            <a:off x="609600" y="1524000"/>
            <a:ext cx="10972800" cy="76200"/>
          </a:xfrm>
          <a:prstGeom prst="rect">
            <a:avLst/>
          </a:prstGeom>
          <a:solidFill>
            <a:srgbClr val="D76443">
              <a:alpha val="100000"/>
            </a:srgbClr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graphicFrame>
        <p:nvGraphicFramePr>
          <p:cNvPr id="5" name="Table 5"/>
          <p:cNvGraphicFramePr/>
          <p:nvPr/>
        </p:nvGraphicFramePr>
        <p:xfrm rot="0">
          <a:off x="1905000" y="1778000"/>
          <a:ext cx="83820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428"/>
                <a:gridCol w="1197428"/>
                <a:gridCol w="1197428"/>
                <a:gridCol w="1197428"/>
                <a:gridCol w="1197428"/>
                <a:gridCol w="1197428"/>
                <a:gridCol w="1197428"/>
              </a:tblGrid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Month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Budget Amount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Spent Amount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Rent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Salaries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Utilities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Materials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Mar-24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Apr-24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May-24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49500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Jun-24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Jul-24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Aug-24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55000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54500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19500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56000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57000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Nov-24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Dec-24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Jan-25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49500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Feb-25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Lines>0</Lines>
  <MMClips>0</MMClips>
  <Notes>0</Notes>
  <Pages>0</Pages>
  <Paragraphs>0</Paragraphs>
  <PresentationFormat>Widescreen</PresentationFormat>
  <HiddenSlides>0</HiddenSlides>
  <LinksUpToDate>false</LinksUpToDate>
  <ScaleCrop>false</ScaleCrop>
  <Slides>1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lastModifiedBy>Arun Kumar Chandrakesan</cp:lastModifiedBy>
  <dcterms:modified xsi:type="dcterms:W3CDTF">2026-03-13T06:49:55Z</dcterms:modified>
  <cp:revision>1</cp:revision>
</cp:coreProperties>
</file>