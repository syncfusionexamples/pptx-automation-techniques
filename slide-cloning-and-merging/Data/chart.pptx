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</Types>
</file>

<file path=_rels/.rels>&#65279;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0.xlsx" /></Relationships>
</file>

<file path=ppt/charts/chart1.xml><?xml version="1.0" encoding="utf-8"?>
<c:chartSpace xmlns:a="http://schemas.openxmlformats.org/drawingml/2006/main" xmlns:r="http://schemas.openxmlformats.org/officeDocument/2006/relationships" xmlns:c="http://schemas.openxmlformats.org/drawingml/2006/chart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/>
          <c:invertIfNegative val="0"/>
          <c:cat>
            <c:strRef>
              <c:f>'Sheet1'!$A$2:$A$13</c:f>
              <c:strCache>
                <c:ptCount val="12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  <c:pt idx="10">
                  <c:v>Jan</c:v>
                </c:pt>
                <c:pt idx="11">
                  <c:v>Feb</c:v>
                </c:pt>
              </c:strCache>
            </c:strRef>
          </c:cat>
          <c:val>
            <c:numRef>
              <c:f>'Sheet1'!$B$2:$B$13</c:f>
              <c:numCache>
                <c:formatCode>General</c:formatCode>
                <c:ptCount val="12"/>
                <c:pt idx="0">
                  <c:v>120000</c:v>
                </c:pt>
                <c:pt idx="1">
                  <c:v>145000</c:v>
                </c:pt>
                <c:pt idx="2">
                  <c:v>180000</c:v>
                </c:pt>
                <c:pt idx="3">
                  <c:v>225000</c:v>
                </c:pt>
                <c:pt idx="4">
                  <c:v>300000</c:v>
                </c:pt>
                <c:pt idx="5">
                  <c:v>200000</c:v>
                </c:pt>
                <c:pt idx="6">
                  <c:v>100000</c:v>
                </c:pt>
                <c:pt idx="7">
                  <c:v>400000</c:v>
                </c:pt>
                <c:pt idx="8">
                  <c:v>500000</c:v>
                </c:pt>
                <c:pt idx="9">
                  <c:v>200000</c:v>
                </c:pt>
                <c:pt idx="10">
                  <c:v>300000</c:v>
                </c:pt>
                <c:pt idx="11">
                  <c:v>600000</c:v>
                </c:pt>
              </c:numCache>
            </c:numRef>
          </c:val>
          <c:shape val="box"/>
        </c:ser>
        <c:gapWidth val="150"/>
        <c:axId val="59983360"/>
        <c:axId val="57253888"/>
      </c:barChart>
      <c:catAx>
        <c:axId val="599833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 rtl="0">
                  <a:defRPr sz="1000"/>
                </a:pPr>
                <a:r>
                  <a:rPr b="1" sz="1000" baseline="0"/>
                  <a:t>Month</a:t>
                </a:r>
              </a:p>
            </c:rich>
          </c:tx>
          <c:layout/>
          <c:overlay val="0"/>
          <c:spPr>
            <a:noFill/>
            <a:ln cap="flat">
              <a:noFill/>
              <a:round/>
            </a:ln>
          </c:spPr>
        </c:title>
        <c:majorTickMark val="out"/>
        <c:minorTickMark val="none"/>
        <c:tickLblPos val="nextTo"/>
        <c:crossAx val="57253888"/>
        <c:crosses val="autoZero"/>
        <c:auto val="1"/>
        <c:lblAlgn val="ctr"/>
        <c:lblOffset val="100"/>
        <c:noMultiLvlLbl val="0"/>
      </c:catAx>
      <c:valAx>
        <c:axId val="5725388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 rtl="0">
                  <a:defRPr sz="1000"/>
                </a:pPr>
                <a:r>
                  <a:rPr b="1" sz="1000" baseline="0"/>
                  <a:t>Profit (Lakhs)</a:t>
                </a:r>
              </a:p>
            </c:rich>
          </c:tx>
          <c:layout/>
          <c:overlay val="0"/>
          <c:spPr>
            <a:noFill/>
            <a:ln cap="flat">
              <a:noFill/>
              <a:round/>
            </a:ln>
          </c:spPr>
        </c:title>
        <c:majorTickMark val="out"/>
        <c:minorTickMark val="none"/>
        <c:tickLblPos val="nextTo"/>
        <c:crossAx val="59983360"/>
        <c:crosses val="autoZero"/>
        <c:crossBetween val="between"/>
      </c:valAx>
      <c:spPr>
        <a:solidFill>
          <a:srgbClr val="FFFFFF"/>
        </a:solidFill>
        <a:ln cap="flat">
          <a:noFill/>
          <a:round/>
        </a:ln>
      </c:spPr>
    </c:plotArea>
    <c:plotVisOnly val="1"/>
    <c:dispBlanksAs val="gap"/>
  </c:chart>
  <c:spPr>
    <a:solidFill>
      <a:srgbClr val="FFFFFF"/>
    </a:solidFill>
  </c:spPr>
  <c:externalData r:id="rId1">
    <c:autoUpdate val="0"/>
  </c:externalData>
</c:chartSpac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CustomLayout">
    <p:bg>
      <p:bgPr>
        <a:solidFill>
          <a:srgbClr val="FCF4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dirty="0"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609600" y="1524000"/>
            <a:ext cx="10972800" cy="76200"/>
          </a:xfrm>
          <a:prstGeom prst="rect">
            <a:avLst/>
          </a:prstGeom>
          <a:solidFill>
            <a:srgbClr val="D76443">
              <a:alpha val="100000"/>
            </a:srgbClr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defTabSz="914400"/>
            <a:endParaRPr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/ppt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chart" Target="../charts/char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3"/>
          <p:cNvSpPr txBox="1">
            <a:spLocks noChangeArrowheads="1"/>
          </p:cNvSpPr>
          <p:nvPr/>
        </p:nvSpPr>
        <p:spPr>
          <a:xfrm rot="0">
            <a:off x="609600" y="381000"/>
            <a:ext cx="10972800" cy="1016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ctr" defTabSz="914400"/>
            <a:r>
              <a:rPr sz="3600" dirty="0">
                <a:solidFill>
                  <a:srgbClr val="10426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Financial Year Profit Visuals — FY 2024–2025</a:t>
            </a:r>
          </a:p>
        </p:txBody>
      </p:sp>
      <p:graphicFrame>
        <p:nvGraphicFramePr>
          <p:cNvPr id="0" name=""/>
          <p:cNvGraphicFramePr/>
          <p:nvPr/>
        </p:nvGraphicFramePr>
        <p:xfrm rot="0">
          <a:off x="1143000" y="1905000"/>
          <a:ext cx="10160000" cy="4826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Lines>0</Lines>
  <MMClips>0</MMClips>
  <Notes>0</Notes>
  <Pages>0</Pages>
  <Paragraphs>0</Paragraphs>
  <PresentationFormat>Widescreen</PresentationFormat>
  <HiddenSlides>0</HiddenSlides>
  <LinksUpToDate>false</LinksUpToDate>
  <ScaleCrop>false</ScaleCrop>
  <Slides>1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lastModifiedBy>Arun Kumar Chandrakesan</cp:lastModifiedBy>
  <dcterms:modified xsi:type="dcterms:W3CDTF">2026-03-13T06:49:55Z</dcterms:modified>
  <cp:revision>1</cp:revision>
</cp:coreProperties>
</file>